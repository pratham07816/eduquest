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1BE5-1801-31DC-29BF-EBD0F2CB5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F6E67-B3FD-DB01-59C9-CA581D93B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CCB74-F137-486E-597D-48BA3AD4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D9110-E4CE-E6DF-62A0-FC9BAB77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3692-7227-D880-C94B-F554E801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2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4740-90DA-2DD7-3169-C36658B0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35C0-4811-EF9E-E163-795959A40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757F-786C-F11E-E1FD-5AFB51EA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7393A-0658-1A00-09FC-379718F1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C43-0697-62DD-E068-91FF5A55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61F4-6244-AB2A-F6DB-DA305AA80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136E6-20A5-355F-8F92-5C3C454F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22E50-D158-1528-02B9-C79A6874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BB1F6-98D6-F4E1-654A-86190F59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AFB65-53E6-015C-1960-6C4EAF30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C7A7-C2E1-7F56-C587-628F04B9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C927-D2A6-8914-B555-9B0BF5F34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56510-F8B1-1A03-79EA-7FDE0937A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A666A-A775-3B84-223B-480980B4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45BDD-D4D4-76CA-8711-8F3E2378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B234A-D809-8A9D-8672-63D97591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05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39AC-2817-3119-19CD-E9282CD9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87A3D-C2A9-F0C0-CF4F-CEBE978AE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E8D36-172A-11EE-768C-40CB779AE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B54D6-FD8D-327D-1E07-812DDDF0E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81F38-1D44-F506-D5AE-45CC71142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B78C9-9F8C-30ED-1062-7E6FD549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7C198-5926-2D31-6307-50B59E6B2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42D0A-CC03-299B-AFC8-449512EF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32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1434-2E0E-B2E3-E879-69B3D2A1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8FCD3-CD8F-ED55-6EE8-0D3F9886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D1845-1169-F0FE-6DA3-76AB1653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0D540-79A5-C61F-D7C8-40C278DD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0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BDA05-4DCC-5CD1-B95D-840C54BF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FB685-45CF-E193-EC19-C0716B8B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B11D5-CE1B-DDE2-B577-7DEA7B4C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3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5BED-80F3-C5E2-8E12-B655EB03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9B05-4AA2-6831-AB7C-2B1ACECC6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6EAE4-9E92-E2FD-A7E7-4B3C4F0B8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C888-379C-4BD3-0CBE-0BD9FDDB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6F18C-3230-B572-7795-779085B1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D892F-D1C3-B3D6-2A57-239A0DEB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24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47C0-B3DC-61E8-FEA8-1292DE5B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EE183-3400-0AE6-8CBC-76EBED13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D5C7A-339F-3975-9B84-00F6E7194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E5AF9-5D56-9CDA-8D07-81C105AC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BDCFB-CFE7-59A8-A3EA-ADFBF338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19041-89FA-8937-F7E6-1A317E67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62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7D12-E35C-EA84-FCC1-91CB169B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28F3B-D2FF-BAFD-695E-57FFA349B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A99FE-FD15-2D33-7ED6-98131E86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1CA3-1C3E-7D7E-ED0E-D7C53275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36B4F-2D7F-DCFB-F94A-B75AB234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58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A7CE4-6642-4DC9-15B4-3C923FFEA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FB2C9-37CF-9D4C-A3E2-6C22A168E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3E037-C275-A06F-3DB4-D390E320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55414-2A44-D6E5-9418-8F87FEDF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0968C-7A2F-D654-9702-A142C7E1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85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99B96-45D2-D3DB-A8E8-FF0DAD59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41690-F0B0-D0D2-DE6A-F612BB857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DA422-FDFE-BF1C-7B7A-E2DFBCD79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554F-5BFA-41F2-9362-79D9A5C855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DFE7-BFBD-7D57-E6B2-FB7EBD55A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3CDB-D559-9CA6-8AA1-B3C4D4D70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9AF9B-896F-4186-ABF2-6F70DA259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04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152CD4-340E-F24B-2AD5-C8A1C1DAF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55" y="260511"/>
            <a:ext cx="8361290" cy="633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7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5F968-45D1-A83D-0793-FD3B82CB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24" y="387861"/>
            <a:ext cx="8994552" cy="60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0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CB492-5859-D8F2-4228-D07D1EE85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33" y="321272"/>
            <a:ext cx="8836533" cy="6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7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E10D3-0D97-F842-CD73-80DB59D3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375" y="383782"/>
            <a:ext cx="9109249" cy="609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5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8C3D1-FB12-B819-4BAA-921EAB923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81" y="192529"/>
            <a:ext cx="9789037" cy="64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0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60E77-97D6-DA41-C12A-6326B6073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28" y="211081"/>
            <a:ext cx="9373544" cy="643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7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4C0A7-AA54-AA60-5F3A-3F03840F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76" y="225338"/>
            <a:ext cx="9412448" cy="640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0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0990E-C67F-A8A1-1686-1730C4FA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92" y="200789"/>
            <a:ext cx="9552216" cy="645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2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G Pawar</dc:creator>
  <cp:lastModifiedBy>Pratham G Pawar</cp:lastModifiedBy>
  <cp:revision>1</cp:revision>
  <dcterms:created xsi:type="dcterms:W3CDTF">2025-11-06T16:29:13Z</dcterms:created>
  <dcterms:modified xsi:type="dcterms:W3CDTF">2025-11-06T16:34:40Z</dcterms:modified>
</cp:coreProperties>
</file>